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D6596-3141-4B44-AF07-88A46CF8FD8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DADAA-E4D6-48AB-96DD-BC9B6DC77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5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878B6-E46B-3A8A-5AA6-BEE4851B5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CBD96-3A09-8532-0B94-64984A3AD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ED6A4-AC37-237C-E861-D0EBBEC9C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251B0-FAE2-4C80-A955-79F2795D7CBA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D0EC9-B375-352A-4099-BA6FE9B20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F6C84-ADF0-CC9D-8E73-175710E8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65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E4620-F724-E5B7-B870-EF390841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52F71-97BB-6030-676C-0DE5B6391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F8624-779A-B028-E5C1-4C49D981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3F41B-00A2-4DB7-8F37-5B163DB2DFF4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55BA-2211-7927-4519-5895D28BE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6326-E675-605F-6379-F2B62D73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39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2428-7DE9-0882-C233-71CCE954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5CFD2-1DA8-BDC2-3382-150110B1D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F06AC-2191-9C2C-4EDF-DA6E4A830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78137-34F7-49CB-8A33-72B2D4785F33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5AD4B-1387-FA0F-DE08-B1B31F06B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379C6-5F6C-1A29-6FC7-0B18084A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3237-D666-53AD-4E24-3F29BA52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ADDAE-1BC3-CB89-33F9-393669C7B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B0BE9-0698-C9FF-CE86-AA25CE3DF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9D28B-10EB-9F80-DAC2-3E068A94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A0EC-FCDF-416A-9645-498C5803A033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7FCAC-F814-B73B-A581-48218FE5C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26BC5-F813-7E68-8920-172903C4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583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EFF2-BDFB-5681-D5F8-787F2183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96328-983C-B97C-F86E-F1E8CA2AB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DDAEC-ADF5-84AC-F8B6-4F5AD55F4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BEA35-F047-F3A4-357D-B70E0DD06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E1816-753D-9E49-83F4-0D805160A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3DAA8C-18D5-CBBC-5468-AD78594DA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CA3E0-4E29-4A92-BF7B-16600506A234}" type="datetime1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8B038-0B29-0A14-A391-E096B09DE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ADA9F8-9529-C160-BE4B-051935F4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33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5F8E-8F4A-B8BA-D155-9AD90F5C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7745E-1174-8334-05EA-BF8DAA1A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14F95-39D3-4275-8BCC-EFFC94812288}" type="datetime1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25AAD-8B27-2A03-84D6-67B84288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BEEE7-BE39-791E-18A4-A1FA503A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60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00D4E0-E479-85C4-E550-94F43B94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4D41D-BAB9-4D3D-BE04-EE642E84209A}" type="datetime1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24EBE-6CCC-5889-C978-CF91CE17C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07F97-6273-D964-2C13-AE21BDEC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83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EF5F-AA67-E3A0-0B2F-2F1592730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7067A-ED3C-92EC-75A2-2F91C5E1C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A49A3-5801-D9E2-744F-1FC36493D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FAB38-3147-19C6-82DF-539F14976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FD4C-0956-4D5C-A4F5-A54A5AE41E4A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0E2FF-CFDC-2B0D-7D9B-1447E4A2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FE465-0722-76EB-8E2D-CD106B84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3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094A5-3590-54A7-5BE9-C207F568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0755B3-C82F-BA67-6789-A63A23EA3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D10D1-2F1B-4A88-A96E-3EFA6FAE2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BFFBB-1452-A0ED-53D8-2F83C791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FBCC-1D7D-4B75-A3D2-CF3F59E41865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7DAB0-8BBC-4E4D-D1EB-62943F40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0F779-DD3E-354F-E8E5-6AE384B3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64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3BC4-15AF-9054-CAFE-38C32C4F3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72E06-B02B-E6BF-B588-C22B13C0B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B3FA5-4A03-6F0B-819D-26CE7DDC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5C26E-220D-4C62-A753-FD4FC97018D3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31676-DB9E-2CA0-A0C6-60683CBD4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759E-B5C1-D2AB-5E51-999CC2B8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41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88DD8-6CBE-C133-3C19-B17D85BDE6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119427-20F8-2D1B-5D77-8D2DF6BDE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E8C25-5A07-F698-CE4D-9243A09B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63E64-F240-4B42-8357-D45178F678D2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994EC-C732-93AE-7CE2-A475CFE2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12057-491C-7809-242C-A2ED520B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98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17A0B-C044-D5B3-FF57-6B611BAB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A62FA-6B9F-F92B-EA6A-CD01AB8B5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40E57-86CA-4588-AED4-02B6FE544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3E048-395E-4C83-B7C3-1E3311BE34DB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811D5-11C2-E23F-3AF6-A5767EAFAF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B15D9-7965-4C0D-F67F-BE6902BD9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3ABD9-E88D-4628-9C79-79D67CFFA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45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88E1-4158-47E7-0E91-1AA8C0703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16822"/>
            <a:ext cx="12025086" cy="1603328"/>
          </a:xfrm>
        </p:spPr>
        <p:txBody>
          <a:bodyPr>
            <a:normAutofit/>
          </a:bodyPr>
          <a:lstStyle/>
          <a:p>
            <a:r>
              <a:rPr lang="en-IN" sz="4000" b="1" dirty="0"/>
              <a:t>SERVERLESS COMPUTING: REDUCING INFRASTRUCTURE MANAGEMENT IN THE CLOUD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6C062AB-02B4-70F2-4BAB-6F53C8D20533}"/>
              </a:ext>
            </a:extLst>
          </p:cNvPr>
          <p:cNvSpPr txBox="1">
            <a:spLocks/>
          </p:cNvSpPr>
          <p:nvPr/>
        </p:nvSpPr>
        <p:spPr>
          <a:xfrm>
            <a:off x="1440543" y="3268708"/>
            <a:ext cx="9144000" cy="59508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CSA1508-CLOUD COMPUTING IN BIG DATA  ANALYSIS 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D7848FE-13FC-8EC6-E31D-47F3901D660F}"/>
              </a:ext>
            </a:extLst>
          </p:cNvPr>
          <p:cNvSpPr txBox="1">
            <a:spLocks/>
          </p:cNvSpPr>
          <p:nvPr/>
        </p:nvSpPr>
        <p:spPr>
          <a:xfrm>
            <a:off x="8791930" y="4893009"/>
            <a:ext cx="3585226" cy="986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Aparna . T (192524213)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5AD9100-F478-7EAA-BDDF-3885CC87EE17}"/>
              </a:ext>
            </a:extLst>
          </p:cNvPr>
          <p:cNvSpPr/>
          <p:nvPr/>
        </p:nvSpPr>
        <p:spPr>
          <a:xfrm>
            <a:off x="130629" y="181429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6650564-9742-89B0-68D8-109EC91D293B}"/>
              </a:ext>
            </a:extLst>
          </p:cNvPr>
          <p:cNvSpPr/>
          <p:nvPr/>
        </p:nvSpPr>
        <p:spPr>
          <a:xfrm>
            <a:off x="8367486" y="174171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E329F-393E-44A9-D13D-9FFD5C2EBC1C}"/>
              </a:ext>
            </a:extLst>
          </p:cNvPr>
          <p:cNvSpPr txBox="1"/>
          <p:nvPr/>
        </p:nvSpPr>
        <p:spPr>
          <a:xfrm>
            <a:off x="130629" y="4893009"/>
            <a:ext cx="46783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CHENNI KUMARAN.J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41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F4485-3380-462E-C377-8740EE6D2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3D9A-B00A-4C0B-DB01-467B13175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6629" y="1182914"/>
            <a:ext cx="4680857" cy="95693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96C81-972D-DB42-6FFA-A4B5044B8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428" y="2358898"/>
            <a:ext cx="10151729" cy="3678109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computing is a cloud computing model where the cloud provider manages the servers and infrastructure. 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focus only on writing and deploying application code.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automatically scale based on application demand.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pay only for the actual execution time of their applications.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8C23CDA6-B05F-9D2C-AB0C-908E0729E707}"/>
              </a:ext>
            </a:extLst>
          </p:cNvPr>
          <p:cNvSpPr/>
          <p:nvPr/>
        </p:nvSpPr>
        <p:spPr>
          <a:xfrm>
            <a:off x="130629" y="181429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7C2CC3D6-D3BA-0738-93EA-82045CF6D146}"/>
              </a:ext>
            </a:extLst>
          </p:cNvPr>
          <p:cNvSpPr/>
          <p:nvPr/>
        </p:nvSpPr>
        <p:spPr>
          <a:xfrm>
            <a:off x="8367486" y="195942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40918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0C0C2-1D70-6960-72D8-DE84BFB9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9D13-7A7D-D632-B6D9-39FB7CC19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4195" y="1161143"/>
            <a:ext cx="9144000" cy="95693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AS A SERVICE (FAAS)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C832C-5047-A2F3-9030-FD32B38D2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440" y="2512903"/>
            <a:ext cx="9636107" cy="4208572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FaaS allows developers to execute individual functions without managing servers.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are triggered automatically by events such as HTTP requests or file uploads.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 provider allocates resources and stops them after execution.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FaaS platforms include AWS Lambda, Azure Functions, and Google Cloud Functions.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946617C-E1DF-B903-307C-0601F3C347F1}"/>
              </a:ext>
            </a:extLst>
          </p:cNvPr>
          <p:cNvSpPr/>
          <p:nvPr/>
        </p:nvSpPr>
        <p:spPr>
          <a:xfrm>
            <a:off x="130630" y="181429"/>
            <a:ext cx="2641600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442F58B-2E8D-D51D-E885-10A62F551CC9}"/>
              </a:ext>
            </a:extLst>
          </p:cNvPr>
          <p:cNvSpPr/>
          <p:nvPr/>
        </p:nvSpPr>
        <p:spPr>
          <a:xfrm>
            <a:off x="9245600" y="174171"/>
            <a:ext cx="2779486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2943090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C602-F56F-44C8-A915-DB78FB4C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53C28099-67E2-16B9-0DD6-C639A959A976}"/>
              </a:ext>
            </a:extLst>
          </p:cNvPr>
          <p:cNvSpPr/>
          <p:nvPr/>
        </p:nvSpPr>
        <p:spPr>
          <a:xfrm>
            <a:off x="130629" y="181429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9734480-0396-A371-16BB-65936ADA0CEE}"/>
              </a:ext>
            </a:extLst>
          </p:cNvPr>
          <p:cNvSpPr/>
          <p:nvPr/>
        </p:nvSpPr>
        <p:spPr>
          <a:xfrm>
            <a:off x="8569507" y="35946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B1F85B-00F9-8CD1-CABA-CEFD76793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1022919"/>
            <a:ext cx="12185522" cy="583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9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7971-CC56-A629-E877-F2EDB610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3D78-7B14-7E27-4CBC-5F9A66CA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84" y="1022915"/>
            <a:ext cx="10515600" cy="65779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BA04B-B191-152A-C606-0374AF933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71" y="2435225"/>
            <a:ext cx="10515600" cy="212694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the need to manage or maintain physical servers.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scales resources during high and low traffic.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operational costs with a pay-per-use pricing model.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faster development and deployment of cloud applications. 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08FA3A25-3C81-F89A-B874-AE4D34758293}"/>
              </a:ext>
            </a:extLst>
          </p:cNvPr>
          <p:cNvSpPr/>
          <p:nvPr/>
        </p:nvSpPr>
        <p:spPr>
          <a:xfrm>
            <a:off x="-7596" y="21938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C9156D42-5966-64F3-C099-DC56F58B4CC9}"/>
              </a:ext>
            </a:extLst>
          </p:cNvPr>
          <p:cNvSpPr/>
          <p:nvPr/>
        </p:nvSpPr>
        <p:spPr>
          <a:xfrm>
            <a:off x="8495079" y="3594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108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97CF2-0F8A-8ADE-7D6E-AF1580A92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C7885-44B3-395E-53B6-4B272A3EE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711" y="917952"/>
            <a:ext cx="11640457" cy="95693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Benefits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DA28CF8-2DAB-2AE8-E0C7-F70FC793680B}"/>
              </a:ext>
            </a:extLst>
          </p:cNvPr>
          <p:cNvSpPr txBox="1">
            <a:spLocks/>
          </p:cNvSpPr>
          <p:nvPr/>
        </p:nvSpPr>
        <p:spPr>
          <a:xfrm>
            <a:off x="794513" y="2082127"/>
            <a:ext cx="5560488" cy="4579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90F25848-0AEB-3CB1-EF91-D04DC092CE36}"/>
              </a:ext>
            </a:extLst>
          </p:cNvPr>
          <p:cNvSpPr/>
          <p:nvPr/>
        </p:nvSpPr>
        <p:spPr>
          <a:xfrm>
            <a:off x="8526980" y="4045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215244B6-7567-1538-5C0B-51C2C2906FF8}"/>
              </a:ext>
            </a:extLst>
          </p:cNvPr>
          <p:cNvSpPr/>
          <p:nvPr/>
        </p:nvSpPr>
        <p:spPr>
          <a:xfrm>
            <a:off x="-7596" y="677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28F7B-A64E-8D3F-8560-627D03650673}"/>
              </a:ext>
            </a:extLst>
          </p:cNvPr>
          <p:cNvSpPr txBox="1"/>
          <p:nvPr/>
        </p:nvSpPr>
        <p:spPr>
          <a:xfrm>
            <a:off x="794513" y="2244829"/>
            <a:ext cx="1075580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Businesses Use Serverless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reduce infrastructure and maintenance costs.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developer productivity by simplifying application deployment.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faster innovation and shorter development cycles.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high availability and reliable application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01220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B033D-F7BF-84A6-A7D9-96B992EB5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554B1-9F7A-844B-58D6-760FB583C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454" y="1085721"/>
            <a:ext cx="11640457" cy="95693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93257BC-271B-A08F-6A3C-4D36C4041A1D}"/>
              </a:ext>
            </a:extLst>
          </p:cNvPr>
          <p:cNvSpPr txBox="1">
            <a:spLocks/>
          </p:cNvSpPr>
          <p:nvPr/>
        </p:nvSpPr>
        <p:spPr>
          <a:xfrm>
            <a:off x="723528" y="2314895"/>
            <a:ext cx="8708065" cy="26602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Applications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uploaded images, videos, and documents. 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chatbots and virtual assistants. 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IoT sensor data in real time. 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automated emails, notifications, and alerts.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F071E62-A3A2-3BC2-D3B2-FCFB76153879}"/>
              </a:ext>
            </a:extLst>
          </p:cNvPr>
          <p:cNvSpPr/>
          <p:nvPr/>
        </p:nvSpPr>
        <p:spPr>
          <a:xfrm>
            <a:off x="0" y="-28352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E707105-7FD2-B943-322E-276F664ECF0C}"/>
              </a:ext>
            </a:extLst>
          </p:cNvPr>
          <p:cNvSpPr/>
          <p:nvPr/>
        </p:nvSpPr>
        <p:spPr>
          <a:xfrm>
            <a:off x="8495079" y="3594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2514312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83A91-970A-9FF7-5121-E6F12669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1A67-F287-6820-B122-5690BE0B2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711" y="928587"/>
            <a:ext cx="11640457" cy="95693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CF2FB94-015A-1372-AA61-7B1A2638B1BC}"/>
              </a:ext>
            </a:extLst>
          </p:cNvPr>
          <p:cNvSpPr txBox="1">
            <a:spLocks/>
          </p:cNvSpPr>
          <p:nvPr/>
        </p:nvSpPr>
        <p:spPr>
          <a:xfrm>
            <a:off x="129590" y="2193009"/>
            <a:ext cx="10396643" cy="3902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9BD9EE43-04DE-E871-12A4-CEC735C01F89}"/>
              </a:ext>
            </a:extLst>
          </p:cNvPr>
          <p:cNvSpPr/>
          <p:nvPr/>
        </p:nvSpPr>
        <p:spPr>
          <a:xfrm>
            <a:off x="8495079" y="35943"/>
            <a:ext cx="3657600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BA3CDEDB-D7AB-5BAD-C7D1-B41471A893BB}"/>
              </a:ext>
            </a:extLst>
          </p:cNvPr>
          <p:cNvSpPr/>
          <p:nvPr/>
        </p:nvSpPr>
        <p:spPr>
          <a:xfrm>
            <a:off x="-7596" y="677"/>
            <a:ext cx="3592285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4FAEA-5303-A504-3FCB-FF840831CB30}"/>
              </a:ext>
            </a:extLst>
          </p:cNvPr>
          <p:cNvSpPr txBox="1"/>
          <p:nvPr/>
        </p:nvSpPr>
        <p:spPr>
          <a:xfrm>
            <a:off x="865239" y="2145867"/>
            <a:ext cx="950779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requests may experience a cold start delay.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have execution time and memory limitations.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may become dependent on a specific cloud provider.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debugging distributed functions can be challenging. </a:t>
            </a:r>
          </a:p>
        </p:txBody>
      </p:sp>
    </p:spTree>
    <p:extLst>
      <p:ext uri="{BB962C8B-B14F-4D97-AF65-F5344CB8AC3E}">
        <p14:creationId xmlns:p14="http://schemas.microsoft.com/office/powerpoint/2010/main" val="228239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82E00-8B2C-C90D-C25C-CA27F1CEE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36606A5-6AF0-1CFF-D70E-ECB302346833}"/>
              </a:ext>
            </a:extLst>
          </p:cNvPr>
          <p:cNvSpPr txBox="1">
            <a:spLocks/>
          </p:cNvSpPr>
          <p:nvPr/>
        </p:nvSpPr>
        <p:spPr>
          <a:xfrm>
            <a:off x="582393" y="2315981"/>
            <a:ext cx="7506583" cy="40403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Using Serverless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uses AWS Lambda to automate cloud infrastructure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functions process millions of streaming-related events.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scaling ensures reliable service during peak traffic.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reduces operational effort and improves performance.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9BF0888-9AB9-1643-41D8-21B22CD10287}"/>
              </a:ext>
            </a:extLst>
          </p:cNvPr>
          <p:cNvSpPr/>
          <p:nvPr/>
        </p:nvSpPr>
        <p:spPr>
          <a:xfrm>
            <a:off x="130630" y="181429"/>
            <a:ext cx="2222710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DACE10F-C519-AFAF-75E3-DC99F02DCFC5}"/>
              </a:ext>
            </a:extLst>
          </p:cNvPr>
          <p:cNvSpPr/>
          <p:nvPr/>
        </p:nvSpPr>
        <p:spPr>
          <a:xfrm>
            <a:off x="9455888" y="174171"/>
            <a:ext cx="2569197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96EE7E-8380-59AD-245F-5E45B348A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869" y="763248"/>
            <a:ext cx="9328187" cy="1167567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 – NETFLIX</a:t>
            </a:r>
          </a:p>
        </p:txBody>
      </p:sp>
    </p:spTree>
    <p:extLst>
      <p:ext uri="{BB962C8B-B14F-4D97-AF65-F5344CB8AC3E}">
        <p14:creationId xmlns:p14="http://schemas.microsoft.com/office/powerpoint/2010/main" val="3224626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E9B2-5E59-4F5A-8AB8-779E65E4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F3C0-46C0-DD2C-1F83-729053BAD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963" y="1062748"/>
            <a:ext cx="11640457" cy="95693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6B5DC86-BCD4-610E-0223-883B42D3683E}"/>
              </a:ext>
            </a:extLst>
          </p:cNvPr>
          <p:cNvSpPr txBox="1">
            <a:spLocks/>
          </p:cNvSpPr>
          <p:nvPr/>
        </p:nvSpPr>
        <p:spPr>
          <a:xfrm>
            <a:off x="838200" y="1881793"/>
            <a:ext cx="10213331" cy="4579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computing simplifies cloud application development and deployment.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infrastructure management and operational complexity. Automatic scaling and pay-per-use pricing improve cost efficiency.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ideal solution for modern, scalable, and event-driven applications.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93E11FF-9A5E-08A2-9EF4-26C179ED1CF0}"/>
              </a:ext>
            </a:extLst>
          </p:cNvPr>
          <p:cNvSpPr/>
          <p:nvPr/>
        </p:nvSpPr>
        <p:spPr>
          <a:xfrm>
            <a:off x="130630" y="181429"/>
            <a:ext cx="3236348" cy="841829"/>
          </a:xfrm>
          <a:custGeom>
            <a:avLst/>
            <a:gdLst/>
            <a:ahLst/>
            <a:cxnLst/>
            <a:rect l="l" t="t" r="r" b="b"/>
            <a:pathLst>
              <a:path w="5730575" h="1433309">
                <a:moveTo>
                  <a:pt x="0" y="0"/>
                </a:moveTo>
                <a:lnTo>
                  <a:pt x="5730575" y="0"/>
                </a:lnTo>
                <a:lnTo>
                  <a:pt x="5730575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442"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147A883B-EB21-B206-6328-F7F983B0B926}"/>
              </a:ext>
            </a:extLst>
          </p:cNvPr>
          <p:cNvSpPr/>
          <p:nvPr/>
        </p:nvSpPr>
        <p:spPr>
          <a:xfrm>
            <a:off x="8691356" y="80224"/>
            <a:ext cx="3249681" cy="986972"/>
          </a:xfrm>
          <a:custGeom>
            <a:avLst/>
            <a:gdLst/>
            <a:ahLst/>
            <a:cxnLst/>
            <a:rect l="l" t="t" r="r" b="b"/>
            <a:pathLst>
              <a:path w="5727807" h="1433309">
                <a:moveTo>
                  <a:pt x="0" y="0"/>
                </a:moveTo>
                <a:lnTo>
                  <a:pt x="5727807" y="0"/>
                </a:lnTo>
                <a:lnTo>
                  <a:pt x="5727807" y="1433310"/>
                </a:lnTo>
                <a:lnTo>
                  <a:pt x="0" y="1433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41"/>
            </a:stretch>
          </a:blipFill>
        </p:spPr>
      </p:sp>
    </p:spTree>
    <p:extLst>
      <p:ext uri="{BB962C8B-B14F-4D97-AF65-F5344CB8AC3E}">
        <p14:creationId xmlns:p14="http://schemas.microsoft.com/office/powerpoint/2010/main" val="3333472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E7F25-0108-9069-F33A-E6EC7D64B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3ABD9-E88D-4628-9C79-79D67CFFA512}" type="slidenum">
              <a:rPr lang="en-IN" smtClean="0"/>
              <a:t>11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31D55-F201-DC98-DDEB-7733047B2B5B}"/>
              </a:ext>
            </a:extLst>
          </p:cNvPr>
          <p:cNvSpPr txBox="1"/>
          <p:nvPr/>
        </p:nvSpPr>
        <p:spPr>
          <a:xfrm>
            <a:off x="2000864" y="2300748"/>
            <a:ext cx="81902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10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96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375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SERVERLESS COMPUTING: REDUCING INFRASTRUCTURE MANAGEMENT IN THE CLOUD</vt:lpstr>
      <vt:lpstr>Introduction</vt:lpstr>
      <vt:lpstr>FUNCTION AS A SERVICE (FAAS)</vt:lpstr>
      <vt:lpstr>PowerPoint Presentation</vt:lpstr>
      <vt:lpstr>Advantages</vt:lpstr>
      <vt:lpstr>Business Benefits</vt:lpstr>
      <vt:lpstr>REAL-WORLD APPLICATIONS</vt:lpstr>
      <vt:lpstr>CHALLENGES</vt:lpstr>
      <vt:lpstr>REAL-WORLD EXAMPLE – NETFLIX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pushpacharitha papagari</dc:creator>
  <cp:lastModifiedBy>APARNA THANGADURAI</cp:lastModifiedBy>
  <cp:revision>17</cp:revision>
  <dcterms:created xsi:type="dcterms:W3CDTF">2026-06-16T07:21:40Z</dcterms:created>
  <dcterms:modified xsi:type="dcterms:W3CDTF">2026-07-21T16:39:06Z</dcterms:modified>
</cp:coreProperties>
</file>